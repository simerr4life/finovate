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simulated investing disclaimers in every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2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Calibri"/>
              </a:rPr>
              <a:t>Finovate</a:t>
            </a:r>
          </a:p>
          <a:p>
            <a:r>
              <a:rPr sz="2200" b="0">
                <a:solidFill>
                  <a:srgbClr val="B8E0C8"/>
                </a:solidFill>
                <a:latin typeface="Calibri"/>
              </a:rPr>
              <a:t>Visual Feature Guide &amp; Architecture Walkthrough</a:t>
            </a:r>
          </a:p>
          <a:p>
            <a:r>
              <a:rPr sz="1400" b="0">
                <a:solidFill>
                  <a:srgbClr val="9AB5A8"/>
                </a:solidFill>
                <a:latin typeface="Calibri"/>
              </a:rPr>
              <a:t>Version 1.0.0  ·  2026-10-11  ·  Synthetic demo screenshots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Product purpose &amp; honest boundaries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Architecture &amp; data flow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Authentication &amp; onboarding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Feature visual walkthroughs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Savings plan &amp; simulated investing logic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API, integrations, deployment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Testing, coverage, known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Finovate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Personal finance tracker + planner (Django 6.1)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Real: transactions, budgets, goals, CSV import, plan math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Simulated: investing, round-up sweeps, demo AI orders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Identity: Auth0 and/or Supabase Auth (no local password site login when IdPs expected)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Data: SQLite locally or Postgres (Supabase)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Thin views → services/plan_engine/pipeline → ORM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Decimal money helpers shared in core.services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Per-user ownership on every query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Vercel WSGI entry; migrate-on-boot; optional seed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External: Auth0, Supabase, Twelve Data, Spectrum webhook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Landing page</a:t>
            </a:r>
          </a:p>
        </p:txBody>
      </p:sp>
      <p:pic>
        <p:nvPicPr>
          <p:cNvPr id="3" name="Picture 2" descr="landing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85706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Landing — callouts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1 Brand / product name as hero signal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2 Sign in / Sign up entry points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3 Value proposition headline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4 Primary CTA into registration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Public route: 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Login</a:t>
            </a:r>
          </a:p>
        </p:txBody>
      </p:sp>
      <p:pic>
        <p:nvPicPr>
          <p:cNvPr id="3" name="Picture 2" descr="authentication-login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85706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Sign up</a:t>
            </a:r>
          </a:p>
        </p:txBody>
      </p:sp>
      <p:pic>
        <p:nvPicPr>
          <p:cNvPr id="3" name="Picture 2" descr="authentication-sign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85706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Signup/login via Auth0 Universal Login or Supabase email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Profile keyed by auth0_sub or supabase_uid (never email merge for Auth0)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Verify gate → onboarding → preferences → dashboard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Rate limits protect signup/login/resend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GET /api/me/ accepts Auth0 Bearer access tokens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Onboarding</a:t>
            </a:r>
          </a:p>
        </p:txBody>
      </p:sp>
      <p:pic>
        <p:nvPicPr>
          <p:cNvPr id="3" name="Picture 2" descr="onboarding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6320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Onboarding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Import CSV bank statement (real commit after preview)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Connect bank — coming soon placeholder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Manual setup estimates → budget plan summary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Preferences set onboarding_completed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Dashboard overview</a:t>
            </a:r>
          </a:p>
        </p:txBody>
      </p:sp>
      <p:pic>
        <p:nvPicPr>
          <p:cNvPr id="3" name="Picture 2" descr="dashboard-overview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56637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1 Sidebar navigation across product areas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2 Account header, notifications affordance, logout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3 Cash &amp; monthly summary cards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4 Cash balance chart (range controls)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5 Savings opportunity / plan CTA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6 Recent transactions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Dashboard (mobile)</a:t>
            </a:r>
          </a:p>
        </p:txBody>
      </p:sp>
      <p:pic>
        <p:nvPicPr>
          <p:cNvPr id="3" name="Picture 2" descr="mobile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89851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Transactions</a:t>
            </a:r>
          </a:p>
        </p:txBody>
      </p:sp>
      <p:pic>
        <p:nvPicPr>
          <p:cNvPr id="3" name="Picture 2" descr="transactions-list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303660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Add transaction</a:t>
            </a:r>
          </a:p>
        </p:txBody>
      </p:sp>
      <p:pic>
        <p:nvPicPr>
          <p:cNvPr id="3" name="Picture 2" descr="transactions-a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Statement detail</a:t>
            </a:r>
          </a:p>
        </p:txBody>
      </p:sp>
      <p:pic>
        <p:nvPicPr>
          <p:cNvPr id="3" name="Picture 2" descr="statement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242832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 —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CRUD under /budgets/transactions/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CSV export endpoint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Positive amount + kind; Decimal quantization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Idempotent imports via external_id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Statements reconcile computed vs stated balances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CSV import upload</a:t>
            </a:r>
          </a:p>
        </p:txBody>
      </p:sp>
      <p:pic>
        <p:nvPicPr>
          <p:cNvPr id="3" name="Picture 2" descr="imports-upload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wizard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Upload (≤2MB CSV) → choose/create account → preview → commit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ImportBatch stores raw file + mapping + counters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Duplicates skipped; unreadable → manual setup path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History/retry/delete at /imports/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Budgets</a:t>
            </a:r>
          </a:p>
        </p:txBody>
      </p:sp>
      <p:pic>
        <p:nvPicPr>
          <p:cNvPr id="3" name="Picture 2" descr="budgets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270338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math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Progress spent is live-summed from transactions (never stored)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Warning when percent_used ≥ threshold and &lt; 100; over at ≥ 100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Plan cadence factors: weekly×4.33, biweekly×2.17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Suggested savings heuristic uses remaining goals ÷ 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Savings home</a:t>
            </a:r>
          </a:p>
        </p:txBody>
      </p:sp>
      <p:pic>
        <p:nvPicPr>
          <p:cNvPr id="3" name="Picture 2" descr="savings-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534108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Financial goals</a:t>
            </a:r>
          </a:p>
        </p:txBody>
      </p:sp>
      <p:pic>
        <p:nvPicPr>
          <p:cNvPr id="3" name="Picture 2" descr="savings-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1986234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Savings plan</a:t>
            </a:r>
          </a:p>
        </p:txBody>
      </p:sp>
      <p:pic>
        <p:nvPicPr>
          <p:cNvPr id="3" name="Picture 2" descr="savings-plan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094776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Debts (plan inputs)</a:t>
            </a:r>
          </a:p>
        </p:txBody>
      </p:sp>
      <p:pic>
        <p:nvPicPr>
          <p:cNvPr id="3" name="Picture 2" descr="savings-deb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Savings plan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Recommendation only — never transfers funds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Safe-to-save = max(0, surplus − buffer)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Scenarios: stabilization → build reserve → debt focus → stable → strong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Default pools: Rainy Day, Investment, Regular Savings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Revisions stored when material changes occur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Investing (simulated)</a:t>
            </a:r>
          </a:p>
        </p:txBody>
      </p:sp>
      <p:pic>
        <p:nvPicPr>
          <p:cNvPr id="3" name="Picture 2" descr="investing-index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2881913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Market data explore</a:t>
            </a:r>
          </a:p>
        </p:txBody>
      </p:sp>
      <p:pic>
        <p:nvPicPr>
          <p:cNvPr id="3" name="Picture 2" descr="investing-market-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Historical demo</a:t>
            </a:r>
          </a:p>
        </p:txBody>
      </p:sp>
      <p:pic>
        <p:nvPicPr>
          <p:cNvPr id="3" name="Picture 2" descr="investing-historical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170957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Investing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No brokerage connected — UI disclaimers required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Round-up: $4.35 with $1 increment → $0.65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Sweep enforces pause, contribution cap, cash reserve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Surplus propose → approve/reject SimulatedOrder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Demo AI is rule-based; Twelve Data optional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Insights</a:t>
            </a:r>
          </a:p>
        </p:txBody>
      </p:sp>
      <p:pic>
        <p:nvPicPr>
          <p:cNvPr id="3" name="Picture 2" descr="insights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45807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Settings</a:t>
            </a:r>
          </a:p>
        </p:txBody>
      </p:sp>
      <p:pic>
        <p:nvPicPr>
          <p:cNvPr id="3" name="Picture 2" descr="settings-profile-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303540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0F2A22"/>
                </a:solidFill>
                <a:latin typeface="Calibri"/>
              </a:rPr>
              <a:t>Dark theme</a:t>
            </a:r>
          </a:p>
        </p:txBody>
      </p:sp>
      <p:pic>
        <p:nvPicPr>
          <p:cNvPr id="3" name="Picture 2" descr="theme-dark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303540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behaviors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Themes: light / dark / system via data-theme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Mobile nav toggle; desktop sidebar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Live quote polling JS (~5 minutes)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Review modal is client-only (does not persist plan)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Notifications recorded, not emailed/pushed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GET /api/me/ — Auth0 Bearer token → identity + txn count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POST /assistant/photon-webhook/ — signed Spectrum inbound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GET /investing/live-quotes/ — session JSON holdings quotes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GET /investing/market-data/live-quotes/ — session market quotes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All other mutations: CSRF-protected HTML form posts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Auth0 — primary OIDC identity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Supabase Auth — optional email/password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Postgres via DATABASE_URL / SUPABASE_DB_URL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Twelve Data — optional live market data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Photon Spectrum — inbound messaging only from Django’s POV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Bank/Brokerage API keys — placeholders (unused)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IdP authentication; passwords not stored in Finovate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User-scoped ORM filters on every data path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CSRF on forms; session auth for pages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IP rate limits on signup/login/resend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Webhook HMAC / shared secret verification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Env-based secrets; never commit real values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Vercel Django framework entry: finovate/wsgi.py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maxDuration 60s; migrate on boot when VERCEL set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Prefer Postgres — /tmp SQLite is ephemeral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Configure APP_BASE_URL + Auth0 callbacks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python manage.py test for regression suite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Login/signup inert → missing Auth0/Supabase env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Callback failures → APP_BASE_URL mismatch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Verify loop → confirm email in Auth0, then refresh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Import errors → size/format; use manual setup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Twelve Data warnings → key or free-tier credits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“Trades” not in brokerage → expected (simulated)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Markdown portal under /docs (navigable README)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Word: docs/deliverables/Finovate-Complete-Documentation.docx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PowerPoint: docs/deliverables/Finovate-Visual-Feature-Guide.pptx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Screenshots: docs/assets/screenshots/{raw,annotated,mobile}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Coverage matrix + audit report included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gaps / defects reported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Root README test count / Tailwind mentions outdated vs code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Notifications toggles without delivery channel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Spectrum Bun sidecar currently echo-only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Bank connect coming soon; brokerage simulated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No transaction pagination yet</a:t>
            </a:r>
          </a:p>
          <a:p>
            <a:pPr/>
            <a:r>
              <a:rPr sz="1800" b="0">
                <a:solidFill>
                  <a:srgbClr val="222222"/>
                </a:solidFill>
                <a:latin typeface="Calibri"/>
              </a:rPr>
              <a:t>Optional follow-up: validation-error &amp; import-preview shots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r>
              <a:rPr sz="1600" b="0">
                <a:solidFill>
                  <a:srgbClr val="E0F2E8"/>
                </a:solidFill>
                <a:latin typeface="Calibri"/>
              </a:rPr>
              <a:t>See /docs for the full reference. Investing is simulated — no real trades.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